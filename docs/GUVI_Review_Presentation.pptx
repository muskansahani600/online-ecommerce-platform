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Online E-Commerce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A697E"/>
                </a:solidFill>
              </a:defRPr>
            </a:pPr>
            <a:r>
              <a:t>GUVI project review | Java • MySQL • JSP/Servlets • Tomcat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01C36"/>
                </a:solidFill>
              </a:defRPr>
            </a:pPr>
            <a:r>
              <a:t>Role-based online shopping and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2867E6"/>
                </a:solidFill>
              </a:defRPr>
            </a:pPr>
            <a:r>
              <a:t>Admin  /  Seller  /  Buyer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01C36"/>
                </a:solidFill>
              </a:defRPr>
            </a:pPr>
            <a:r>
              <a:t>• Manual inventory and order tracking is difficult to maintain</a:t>
            </a:r>
          </a:p>
          <a:p>
            <a:pPr>
              <a:spcAft>
                <a:spcPts val="1200"/>
              </a:spcAft>
              <a:defRPr sz="2200" b="0">
                <a:solidFill>
                  <a:srgbClr val="101C36"/>
                </a:solidFill>
              </a:defRPr>
            </a:pPr>
            <a:r>
              <a:t>• Different users need different permissions and workflows</a:t>
            </a:r>
          </a:p>
          <a:p>
            <a:pPr>
              <a:spcAft>
                <a:spcPts val="1200"/>
              </a:spcAft>
              <a:defRPr sz="2200" b="0">
                <a:solidFill>
                  <a:srgbClr val="101C36"/>
                </a:solidFill>
              </a:defRPr>
            </a:pPr>
            <a:r>
              <a:t>• One role-based web application centralizes products, users and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Objectives and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Admin: manage users, view orders, update order status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Seller: add products and manage stock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Buyer: browse catalog, place orders and review order history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JDBC persists records in a relational MySQL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Frontend: JSP, HTML and CSS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Backend: Java 21 and Jakarta Servlets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Database: MySQL 8 with JDBC Connector/J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Server: Apache Tomcat 10.1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Development: VS Code, MySQL Workbench,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A697E"/>
                </a:solidFill>
              </a:defRPr>
            </a:pPr>
            <a:r>
              <a:t>Request/response flow between browser, Java application and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194560" cy="1005840"/>
          </a:xfrm>
          <a:prstGeom prst="roundRect">
            <a:avLst/>
          </a:prstGeom>
          <a:solidFill>
            <a:srgbClr val="286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514600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Browser / JSP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377440"/>
            <a:ext cx="2194560" cy="1005840"/>
          </a:xfrm>
          <a:prstGeom prst="roundRect">
            <a:avLst/>
          </a:prstGeom>
          <a:solidFill>
            <a:srgbClr val="204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2514600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Servlets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377440"/>
            <a:ext cx="2194560" cy="1005840"/>
          </a:xfrm>
          <a:prstGeom prst="roundRect">
            <a:avLst/>
          </a:prstGeom>
          <a:solidFill>
            <a:srgbClr val="204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2514600"/>
            <a:ext cx="1975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DAO / JDBC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377440"/>
            <a:ext cx="1645920" cy="1005840"/>
          </a:xfrm>
          <a:prstGeom prst="roundRect">
            <a:avLst/>
          </a:prstGeom>
          <a:solidFill>
            <a:srgbClr val="1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93807" y="2514600"/>
            <a:ext cx="1426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867E6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867E6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606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867E6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01C36"/>
                </a:solidFill>
              </a:defRPr>
            </a:pPr>
            <a:r>
              <a:t>Authentication and role checks determine the pages and actions available to Admin, Seller and Buyer.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Database design: 5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A697E"/>
                </a:solidFill>
              </a:defRPr>
            </a:pPr>
            <a:r>
              <a:t>Relationships from the supplied ecommerce.sql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286000" cy="1097280"/>
          </a:xfrm>
          <a:prstGeom prst="roundRect">
            <a:avLst/>
          </a:prstGeom>
          <a:solidFill>
            <a:srgbClr val="204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0665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users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id • role •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828800"/>
            <a:ext cx="2286000" cy="1097280"/>
          </a:xfrm>
          <a:prstGeom prst="roundRect">
            <a:avLst/>
          </a:prstGeom>
          <a:solidFill>
            <a:srgbClr val="204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1965960"/>
            <a:ext cx="20665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products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seller_id →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828800"/>
            <a:ext cx="2286000" cy="1097280"/>
          </a:xfrm>
          <a:prstGeom prst="roundRect">
            <a:avLst/>
          </a:prstGeom>
          <a:solidFill>
            <a:srgbClr val="204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0608" y="1965960"/>
            <a:ext cx="206654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orders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buyer_id → users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product_id →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4114800"/>
            <a:ext cx="2834640" cy="1097280"/>
          </a:xfrm>
          <a:prstGeom prst="roundRect">
            <a:avLst/>
          </a:prstGeom>
          <a:solidFill>
            <a:srgbClr val="204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4251960"/>
            <a:ext cx="26151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wishlist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buyer_id • product_id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114800"/>
            <a:ext cx="3108960" cy="1097280"/>
          </a:xfrm>
          <a:prstGeom prst="roundRect">
            <a:avLst/>
          </a:prstGeom>
          <a:solidFill>
            <a:srgbClr val="204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4251960"/>
            <a:ext cx="28895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browsing_history</a:t>
            </a:r>
          </a:p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</a:defRPr>
            </a:pPr>
            <a:r>
              <a:t>buyer_id • product_id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A697E"/>
                </a:solidFill>
              </a:defRPr>
            </a:pPr>
            <a:r>
              <a:t>The last two tables are present in the schema; complete UI workflows are not yet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OOP and Core Java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Inheritance: Admin, Seller and Buyer extend User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Polymorphism: roleDescription() implementations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Interface: Dashboard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Exception handling: JDBC and Servlet exceptions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Collections &amp; generics: List&lt;Product&gt; and ArrayList&lt;Product&gt;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Concurrency and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LowStockMonitor implements Runnable (multithreading)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OrderDAO.place() uses synchronized method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SQL SELECT ... FOR UPDATE locks the product row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Commit/rollback prevents partial order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JDBC integration and DAO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DB.getConnection() opens a MySQL connection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UserDAO handles login and user operations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ProductDAO retrieves and updates products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OrderDAO handles transactions and order records</a:t>
            </a:r>
          </a:p>
          <a:p>
            <a:pPr>
              <a:spcAft>
                <a:spcPts val="1200"/>
              </a:spcAft>
              <a:defRPr sz="2000" b="0">
                <a:solidFill>
                  <a:srgbClr val="101C36"/>
                </a:solidFill>
              </a:defRPr>
            </a:pPr>
            <a:r>
              <a:t>• PreparedStatement and ResultSet are used for SQL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UI / UX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A697E"/>
                </a:solidFill>
              </a:defRPr>
            </a:pPr>
            <a:r>
              <a:t>Replace these placeholders with real screenshots from your running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1600200"/>
          </a:xfrm>
          <a:prstGeom prst="roundRect">
            <a:avLst/>
          </a:prstGeom>
          <a:solidFill>
            <a:srgbClr val="EDF2FB"/>
          </a:solidFill>
          <a:ln>
            <a:solidFill>
              <a:srgbClr val="286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867E6"/>
                </a:solidFill>
              </a:defRPr>
            </a:pPr>
            <a:r>
              <a:t>SCREENSHOT NEEDED: LOGIN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1600200"/>
          </a:xfrm>
          <a:prstGeom prst="roundRect">
            <a:avLst/>
          </a:prstGeom>
          <a:solidFill>
            <a:srgbClr val="EDF2FB"/>
          </a:solidFill>
          <a:ln>
            <a:solidFill>
              <a:srgbClr val="286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867E6"/>
                </a:solidFill>
              </a:defRPr>
            </a:pPr>
            <a:r>
              <a:t>SCREENSHOT NEEDED: BUYER 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1600200"/>
          </a:xfrm>
          <a:prstGeom prst="roundRect">
            <a:avLst/>
          </a:prstGeom>
          <a:solidFill>
            <a:srgbClr val="EDF2FB"/>
          </a:solidFill>
          <a:ln>
            <a:solidFill>
              <a:srgbClr val="286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867E6"/>
                </a:solidFill>
              </a:defRPr>
            </a:pPr>
            <a:r>
              <a:t>SCREENSHOT NEEDED: SELLER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120640" cy="1600200"/>
          </a:xfrm>
          <a:prstGeom prst="roundRect">
            <a:avLst/>
          </a:prstGeom>
          <a:solidFill>
            <a:srgbClr val="EDF2FB"/>
          </a:solidFill>
          <a:ln>
            <a:solidFill>
              <a:srgbClr val="286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343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867E6"/>
                </a:solidFill>
              </a:defRPr>
            </a:pPr>
            <a:r>
              <a:t>SCREENSHOT NEEDED: ADMIN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Review demonstration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Demo: role-based login, product listing, stock updates, ordering</a:t>
            </a:r>
          </a:p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Show MySQL Workbench tables and explain the DAO design</a:t>
            </a:r>
          </a:p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Known limitations: classroom demo credentials and single Java source file</a:t>
            </a:r>
          </a:p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Next steps: verify responsive pages and improve modularity/security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67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01C36"/>
                </a:solidFill>
              </a:defRPr>
            </a:pPr>
            <a:r>
              <a:t>GitHub &amp;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A697E"/>
                </a:solidFill>
              </a:defRPr>
            </a:pPr>
            <a:r>
              <a:t>Replace the placeholder before uploading to GUVI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A697E"/>
                </a:solidFill>
              </a:defRPr>
            </a:pPr>
            <a:r>
              <a:t>ONLINE E-COMMERCE PLATFORM  •  GUVI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2867E6"/>
                </a:solidFill>
              </a:defRPr>
            </a:pPr>
            <a:r>
              <a:t>GitHub repository: [ADD YOUR PUBLIC REPOSITORY URL]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Upload the project source, README, SQL and documentation</a:t>
            </a:r>
          </a:p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Confirm public access in an incognito browser</a:t>
            </a:r>
          </a:p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Submit this PPTX or the accompanying PDF</a:t>
            </a:r>
          </a:p>
          <a:p>
            <a:pPr>
              <a:spcAft>
                <a:spcPts val="1200"/>
              </a:spcAft>
              <a:defRPr sz="1900" b="0">
                <a:solidFill>
                  <a:srgbClr val="101C36"/>
                </a:solidFill>
              </a:defRPr>
            </a:pPr>
            <a:r>
              <a:t>• Insert actual screenshots before final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